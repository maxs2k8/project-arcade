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9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B7B196-DC9D-41CD-AFB8-B74EDE428D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одпис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3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4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2384E-45DC-4626-B9F7-53AF14C7FE1C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8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9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4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A0EA22-9600-4AFE-91CE-A43A1EDCDA31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ru-RU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ru-RU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арточка имен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7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68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4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572D29-21C2-4D8F-B970-17A20558F321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карточки имен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3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84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4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433CC-9CDB-4B20-BC44-687E875209E4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ru-RU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ru-RU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стина или лож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2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03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0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4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9079CD-5B55-40BB-8475-0AED96F7C080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9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20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2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73674A-09CD-4BDB-A9CA-E3FD0CDA5D05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5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36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3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A9D931-3964-4E0F-A856-39453C74F078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68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4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4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40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C3769D-EC43-454B-A4DA-9619A37B3734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0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01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0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5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6D6FA-798E-41F8-997C-1E7BF21CC1FD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9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60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6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ru-RU" sz="2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20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D2F1A-82C1-464C-9C07-9728E5BDCA64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76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77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7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ru-RU" sz="2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2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2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Вставка рисунка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6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674724-4418-4DD7-A354-1D9843BB2768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51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2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34C706-536A-4EC3-B1CC-04D5D22D0860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3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84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458478-C23A-4929-A3F5-EC4B2F22F94F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5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36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2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E8124D-8E0B-4F0F-B39B-B01D05289CAE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 структуры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Четвёртый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Шестой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Седьмой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19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20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2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36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BA1501-3273-4FF8-B1A0-3716C12369D9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 структуры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Четвёртый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Шестой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Седьмой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43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44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4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3" name="PlaceHolder 1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07A764-D96B-4A93-A616-84451720C989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 структуры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Четвёртый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Шестой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Седьмой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15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4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2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5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ru-RU" sz="5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Образец заголовка</a:t>
            </a:r>
            <a:endParaRPr lang="ru-RU" sz="5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A91A3E-240A-4E83-B0C3-827BB6277E2F}" type="slidenum">
              <a:rPr lang="ru-RU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Trebuchet MS"/>
              </a:rPr>
              <a:t>8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Второй уровень структуры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Третий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Четвёртый уровень структуры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Пятый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Шестой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Седьмой уровень структуры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  <p:sldLayoutId id="2147483666" r:id="rId5"/>
    <p:sldLayoutId id="2147483667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620000" y="971640"/>
            <a:ext cx="8129520" cy="226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54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Ball Chaos </a:t>
            </a:r>
            <a:endParaRPr lang="ru-RU" sz="5400" b="0" u="none" strike="noStrike">
              <a:solidFill>
                <a:srgbClr val="00A933"/>
              </a:solidFill>
              <a:effectLst/>
              <a:uFillTx/>
              <a:latin typeface="Trebuchet MS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900000" y="5500080"/>
            <a:ext cx="5357160" cy="115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Шевченко Максим Михайлович</a:t>
            </a:r>
            <a:endParaRPr lang="ru-RU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40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Об игре</a:t>
            </a:r>
            <a:br>
              <a:rPr sz="3600"/>
            </a:br>
            <a:endParaRPr lang="ru-RU" sz="40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128520" y="1384560"/>
            <a:ext cx="10774080" cy="494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 этой простой, аркадной, но очень увлекательной игре нужно попытаться продержаться как можно больше, «заспавнив» как можно больше шариков.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Шарики не должны влетать друг в друга, при этом они летают в рандомных направлениях, отскакивают от стен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В игре есть различные бонусы, например «Бомба», которая удаляет все шарики на поле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07000" y="87120"/>
            <a:ext cx="8596440" cy="73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40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Использованные технологии</a:t>
            </a:r>
            <a:endParaRPr lang="ru-RU" sz="4000" b="0" u="none" strike="noStrike">
              <a:solidFill>
                <a:srgbClr val="00A933"/>
              </a:solidFill>
              <a:effectLst/>
              <a:uFillTx/>
              <a:latin typeface="Trebuchet MS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374400" y="2520000"/>
            <a:ext cx="8830080" cy="194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3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Основные библиотеки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en-US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Python 3.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en-US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Arcade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"/>
          <p:cNvPicPr/>
          <p:nvPr/>
        </p:nvPicPr>
        <p:blipFill>
          <a:blip r:embed="rId1"/>
          <a:stretch/>
        </p:blipFill>
        <p:spPr>
          <a:xfrm>
            <a:off x="0" y="0"/>
            <a:ext cx="5400000" cy="427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"/>
          <p:cNvPicPr/>
          <p:nvPr/>
        </p:nvPicPr>
        <p:blipFill>
          <a:blip r:embed="rId2"/>
          <a:stretch/>
        </p:blipFill>
        <p:spPr>
          <a:xfrm>
            <a:off x="5596560" y="0"/>
            <a:ext cx="659556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"/>
          <p:cNvPicPr/>
          <p:nvPr/>
        </p:nvPicPr>
        <p:blipFill>
          <a:blip r:embed="rId1"/>
          <a:stretch/>
        </p:blipFill>
        <p:spPr>
          <a:xfrm>
            <a:off x="3780000" y="3960000"/>
            <a:ext cx="3614400" cy="283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"/>
          <p:cNvPicPr/>
          <p:nvPr/>
        </p:nvPicPr>
        <p:blipFill>
          <a:blip r:embed="rId2"/>
          <a:stretch/>
        </p:blipFill>
        <p:spPr>
          <a:xfrm>
            <a:off x="0" y="15120"/>
            <a:ext cx="5220000" cy="408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"/>
          <p:cNvPicPr/>
          <p:nvPr/>
        </p:nvPicPr>
        <p:blipFill>
          <a:blip r:embed="rId3"/>
          <a:stretch/>
        </p:blipFill>
        <p:spPr>
          <a:xfrm>
            <a:off x="6971040" y="0"/>
            <a:ext cx="5221080" cy="41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398520" y="174240"/>
            <a:ext cx="859644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4000" b="1" u="none" strike="noStrike">
                <a:solidFill>
                  <a:srgbClr val="00A933"/>
                </a:solidFill>
                <a:effectLst/>
                <a:uFillTx/>
                <a:latin typeface="Trebuchet MS"/>
                <a:ea typeface="Microsoft YaHei"/>
              </a:rPr>
              <a:t>Вывод</a:t>
            </a:r>
            <a:r>
              <a:rPr lang="ru-RU" sz="4000" b="1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ы по проекту</a:t>
            </a:r>
            <a:br>
              <a:rPr sz="4000"/>
            </a:br>
            <a:endParaRPr lang="ru-RU" sz="4000" b="0" u="none" strike="noStrike">
              <a:solidFill>
                <a:srgbClr val="00A933"/>
              </a:solidFill>
              <a:effectLst/>
              <a:uFillTx/>
              <a:latin typeface="Trebuchet MS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511920" y="1358640"/>
            <a:ext cx="8875080" cy="537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0" algn="l" defTabSz="457200">
              <a:lnSpc>
                <a:spcPct val="100000"/>
              </a:lnSpc>
              <a:spcBef>
                <a:spcPts val="1001"/>
              </a:spcBef>
              <a:buNone/>
            </a:pP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Достигнутые цели: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1001"/>
              </a:spcBef>
              <a:buNone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✅   </a:t>
            </a: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Создана адаптивная сложность</a:t>
            </a:r>
            <a:br>
              <a:rPr sz="2400"/>
            </a:b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✅   </a:t>
            </a: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Реализована физика</a:t>
            </a: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 с прыжками и столкновениями</a:t>
            </a:r>
            <a:br>
              <a:rPr sz="2400"/>
            </a:b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✅   </a:t>
            </a: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Создано меню</a:t>
            </a: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 с выбором сложности и цвета шара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40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Возможности для доработки и развития.</a:t>
            </a:r>
            <a:br>
              <a:rPr sz="4000"/>
            </a:br>
            <a:endParaRPr lang="ru-RU" sz="40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35600" y="2020320"/>
            <a:ext cx="9848880" cy="40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316786"/>
              </a:buClr>
              <a:buSzPct val="80000"/>
              <a:buFont typeface="Wingdings 3" charset="2"/>
              <a:buChar char="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Проект может быть расширен для учебных целей: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начинающих</a:t>
            </a: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 - простые модификации (цвета, скорость)</a:t>
            </a:r>
            <a:br>
              <a:rPr sz="2400"/>
            </a:b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среднего уровня</a:t>
            </a: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 - добавление новых бонусов</a:t>
            </a:r>
            <a:br>
              <a:rPr sz="2400"/>
            </a:b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продвинутых</a:t>
            </a: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 - создание новых режимов</a:t>
            </a:r>
            <a:br>
              <a:rPr sz="2400"/>
            </a:b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Для командной работы</a:t>
            </a: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 - распределение задач между студентами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599040" y="225540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	</a:t>
            </a:r>
            <a:r>
              <a:rPr lang="ru-RU" sz="36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	</a:t>
            </a:r>
            <a:r>
              <a:rPr lang="ru-RU" sz="36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	</a:t>
            </a:r>
            <a:r>
              <a:rPr lang="ru-RU" sz="36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	</a:t>
            </a:r>
            <a:r>
              <a:rPr lang="ru-RU" sz="4000" b="0" u="none" strike="noStrike">
                <a:solidFill>
                  <a:srgbClr val="00A933"/>
                </a:solidFill>
                <a:effectLst/>
                <a:uFillTx/>
                <a:latin typeface="Trebuchet MS"/>
              </a:rPr>
              <a:t>Спасибо за внимание!</a:t>
            </a:r>
            <a:endParaRPr lang="ru-RU" sz="4000" b="0" u="none" strike="noStrike">
              <a:solidFill>
                <a:srgbClr val="00A933"/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Аспект">
  <a:themeElements>
    <a:clrScheme name="Индикатор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Аспект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Аспект">
  <a:themeElements>
    <a:clrScheme name="Индикатор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Аспект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Аспект">
  <a:themeElements>
    <a:clrScheme name="Индикатор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Аспект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</TotalTime>
  <Application>LibreOffice/26.2.1.2$Windows_X86_64 LibreOffice_project/620$Build-2</Application>
  <AppVersion>15.0000</AppVersion>
  <Words>383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2026-02-26T12:30:00Z</dcterms:created>
  <dc:creator>User</dc:creator>
  <dc:description/>
  <dc:language>ru-RU</dc:language>
  <cp:lastModifiedBy/>
  <dcterms:modified xsi:type="dcterms:W3CDTF">2026-05-31T22:44:05Z</dcterms:modified>
  <cp:revision>11</cp:revision>
  <dc:subject/>
  <dc:title>Герой против монстров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12</vt:i4>
  </property>
</Properties>
</file>